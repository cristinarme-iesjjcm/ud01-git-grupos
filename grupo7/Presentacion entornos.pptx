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69" r:id="rId3"/>
    <p:sldId id="271" r:id="rId4"/>
    <p:sldId id="273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8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7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4D60C2A-87F4-46B2-8619-2A90BAA34034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7B7312BE-81DF-4396-AE15-3F8CE6621700}">
      <dgm:prSet/>
      <dgm:spPr/>
      <dgm:t>
        <a:bodyPr/>
        <a:lstStyle/>
        <a:p>
          <a:r>
            <a:rPr lang="en-GB"/>
            <a:t>Gestionar el historial de cambios</a:t>
          </a:r>
          <a:endParaRPr lang="en-US"/>
        </a:p>
      </dgm:t>
    </dgm:pt>
    <dgm:pt modelId="{B88A3F59-3447-457F-92CD-AEA8B1666FB7}" type="parTrans" cxnId="{3E2BE49A-D688-473B-91A2-9A371AC067C4}">
      <dgm:prSet/>
      <dgm:spPr/>
      <dgm:t>
        <a:bodyPr/>
        <a:lstStyle/>
        <a:p>
          <a:endParaRPr lang="en-US"/>
        </a:p>
      </dgm:t>
    </dgm:pt>
    <dgm:pt modelId="{0A255EE2-7874-4F22-8BF0-726CB77BF287}" type="sibTrans" cxnId="{3E2BE49A-D688-473B-91A2-9A371AC067C4}">
      <dgm:prSet/>
      <dgm:spPr/>
      <dgm:t>
        <a:bodyPr/>
        <a:lstStyle/>
        <a:p>
          <a:endParaRPr lang="en-US"/>
        </a:p>
      </dgm:t>
    </dgm:pt>
    <dgm:pt modelId="{2EBCB208-06F1-4822-A474-1ABE382149C3}">
      <dgm:prSet/>
      <dgm:spPr/>
      <dgm:t>
        <a:bodyPr/>
        <a:lstStyle/>
        <a:p>
          <a:r>
            <a:rPr lang="en-GB"/>
            <a:t>Realizar seguimiento de modificaciones</a:t>
          </a:r>
          <a:endParaRPr lang="en-US"/>
        </a:p>
      </dgm:t>
    </dgm:pt>
    <dgm:pt modelId="{F13BA335-268A-4E06-8997-D3C2EB952FA2}" type="parTrans" cxnId="{573281D5-EBCC-4E7E-A7A4-0F761B355BA3}">
      <dgm:prSet/>
      <dgm:spPr/>
      <dgm:t>
        <a:bodyPr/>
        <a:lstStyle/>
        <a:p>
          <a:endParaRPr lang="en-US"/>
        </a:p>
      </dgm:t>
    </dgm:pt>
    <dgm:pt modelId="{2047C781-2B0B-4B6F-A089-FF231C38D18E}" type="sibTrans" cxnId="{573281D5-EBCC-4E7E-A7A4-0F761B355BA3}">
      <dgm:prSet/>
      <dgm:spPr/>
      <dgm:t>
        <a:bodyPr/>
        <a:lstStyle/>
        <a:p>
          <a:endParaRPr lang="en-US"/>
        </a:p>
      </dgm:t>
    </dgm:pt>
    <dgm:pt modelId="{6082B63B-765F-43B0-9F52-1AAEBD5F8A7E}">
      <dgm:prSet/>
      <dgm:spPr/>
      <dgm:t>
        <a:bodyPr/>
        <a:lstStyle/>
        <a:p>
          <a:r>
            <a:rPr lang="en-GB"/>
            <a:t>Trabajo en paralelo a traves de ramas</a:t>
          </a:r>
          <a:endParaRPr lang="en-US"/>
        </a:p>
      </dgm:t>
    </dgm:pt>
    <dgm:pt modelId="{32A40382-42B4-4E4C-B2FB-766D2C2F303E}" type="parTrans" cxnId="{92F8B379-D8B5-4F82-A101-65ACD138348E}">
      <dgm:prSet/>
      <dgm:spPr/>
      <dgm:t>
        <a:bodyPr/>
        <a:lstStyle/>
        <a:p>
          <a:endParaRPr lang="en-US"/>
        </a:p>
      </dgm:t>
    </dgm:pt>
    <dgm:pt modelId="{2005D338-EB70-4A25-A56B-FACB387DEA44}" type="sibTrans" cxnId="{92F8B379-D8B5-4F82-A101-65ACD138348E}">
      <dgm:prSet/>
      <dgm:spPr/>
      <dgm:t>
        <a:bodyPr/>
        <a:lstStyle/>
        <a:p>
          <a:endParaRPr lang="en-US"/>
        </a:p>
      </dgm:t>
    </dgm:pt>
    <dgm:pt modelId="{1F0E5808-08DA-4689-A845-BFABA1839658}">
      <dgm:prSet/>
      <dgm:spPr/>
      <dgm:t>
        <a:bodyPr/>
        <a:lstStyle/>
        <a:p>
          <a:r>
            <a:rPr lang="en-GB"/>
            <a:t>Fusionar el Código de manera organizada</a:t>
          </a:r>
          <a:endParaRPr lang="en-US"/>
        </a:p>
      </dgm:t>
    </dgm:pt>
    <dgm:pt modelId="{B0A83AEF-D600-4ADD-B762-349251C93741}" type="parTrans" cxnId="{3606A817-AD5C-43EF-A38B-649053ED8CC5}">
      <dgm:prSet/>
      <dgm:spPr/>
      <dgm:t>
        <a:bodyPr/>
        <a:lstStyle/>
        <a:p>
          <a:endParaRPr lang="en-US"/>
        </a:p>
      </dgm:t>
    </dgm:pt>
    <dgm:pt modelId="{7304E4BD-CDE3-428E-9779-54C3C900A934}" type="sibTrans" cxnId="{3606A817-AD5C-43EF-A38B-649053ED8CC5}">
      <dgm:prSet/>
      <dgm:spPr/>
      <dgm:t>
        <a:bodyPr/>
        <a:lstStyle/>
        <a:p>
          <a:endParaRPr lang="en-US"/>
        </a:p>
      </dgm:t>
    </dgm:pt>
    <dgm:pt modelId="{846D6DDE-9EDA-4585-8E4E-86C4DADA51B0}" type="pres">
      <dgm:prSet presAssocID="{14D60C2A-87F4-46B2-8619-2A90BAA34034}" presName="linear" presStyleCnt="0">
        <dgm:presLayoutVars>
          <dgm:animLvl val="lvl"/>
          <dgm:resizeHandles val="exact"/>
        </dgm:presLayoutVars>
      </dgm:prSet>
      <dgm:spPr/>
    </dgm:pt>
    <dgm:pt modelId="{2C11A98F-7464-494A-A9F3-8AC0BB1207D2}" type="pres">
      <dgm:prSet presAssocID="{7B7312BE-81DF-4396-AE15-3F8CE6621700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6D3676A6-5CFC-422D-8631-305AA03E95F7}" type="pres">
      <dgm:prSet presAssocID="{0A255EE2-7874-4F22-8BF0-726CB77BF287}" presName="spacer" presStyleCnt="0"/>
      <dgm:spPr/>
    </dgm:pt>
    <dgm:pt modelId="{A485F5B2-53D0-4FDE-95B6-6D172EA405F5}" type="pres">
      <dgm:prSet presAssocID="{2EBCB208-06F1-4822-A474-1ABE382149C3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97F0FB60-BA86-48A2-82E5-43E1AA6B3E9F}" type="pres">
      <dgm:prSet presAssocID="{2047C781-2B0B-4B6F-A089-FF231C38D18E}" presName="spacer" presStyleCnt="0"/>
      <dgm:spPr/>
    </dgm:pt>
    <dgm:pt modelId="{027ED8B0-FCD5-4BCF-9DED-0FD4CA6705A7}" type="pres">
      <dgm:prSet presAssocID="{6082B63B-765F-43B0-9F52-1AAEBD5F8A7E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85542992-38AE-4F38-89FD-35469C8330B3}" type="pres">
      <dgm:prSet presAssocID="{2005D338-EB70-4A25-A56B-FACB387DEA44}" presName="spacer" presStyleCnt="0"/>
      <dgm:spPr/>
    </dgm:pt>
    <dgm:pt modelId="{BE3B6CF5-B583-4161-90D9-8EA29ED11CDA}" type="pres">
      <dgm:prSet presAssocID="{1F0E5808-08DA-4689-A845-BFABA1839658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BD52BC0B-706E-45BD-932B-0E56BA696353}" type="presOf" srcId="{7B7312BE-81DF-4396-AE15-3F8CE6621700}" destId="{2C11A98F-7464-494A-A9F3-8AC0BB1207D2}" srcOrd="0" destOrd="0" presId="urn:microsoft.com/office/officeart/2005/8/layout/vList2"/>
    <dgm:cxn modelId="{3606A817-AD5C-43EF-A38B-649053ED8CC5}" srcId="{14D60C2A-87F4-46B2-8619-2A90BAA34034}" destId="{1F0E5808-08DA-4689-A845-BFABA1839658}" srcOrd="3" destOrd="0" parTransId="{B0A83AEF-D600-4ADD-B762-349251C93741}" sibTransId="{7304E4BD-CDE3-428E-9779-54C3C900A934}"/>
    <dgm:cxn modelId="{68E71A33-40E3-469F-974B-1B250DA49E15}" type="presOf" srcId="{6082B63B-765F-43B0-9F52-1AAEBD5F8A7E}" destId="{027ED8B0-FCD5-4BCF-9DED-0FD4CA6705A7}" srcOrd="0" destOrd="0" presId="urn:microsoft.com/office/officeart/2005/8/layout/vList2"/>
    <dgm:cxn modelId="{4DAC7B71-1F93-4217-A5F9-6ECFD4CF3E90}" type="presOf" srcId="{2EBCB208-06F1-4822-A474-1ABE382149C3}" destId="{A485F5B2-53D0-4FDE-95B6-6D172EA405F5}" srcOrd="0" destOrd="0" presId="urn:microsoft.com/office/officeart/2005/8/layout/vList2"/>
    <dgm:cxn modelId="{92F8B379-D8B5-4F82-A101-65ACD138348E}" srcId="{14D60C2A-87F4-46B2-8619-2A90BAA34034}" destId="{6082B63B-765F-43B0-9F52-1AAEBD5F8A7E}" srcOrd="2" destOrd="0" parTransId="{32A40382-42B4-4E4C-B2FB-766D2C2F303E}" sibTransId="{2005D338-EB70-4A25-A56B-FACB387DEA44}"/>
    <dgm:cxn modelId="{5E11C681-FC91-4B57-8FA2-32F04C1F1C65}" type="presOf" srcId="{1F0E5808-08DA-4689-A845-BFABA1839658}" destId="{BE3B6CF5-B583-4161-90D9-8EA29ED11CDA}" srcOrd="0" destOrd="0" presId="urn:microsoft.com/office/officeart/2005/8/layout/vList2"/>
    <dgm:cxn modelId="{9B44A198-35CA-4375-85A9-36257150D15C}" type="presOf" srcId="{14D60C2A-87F4-46B2-8619-2A90BAA34034}" destId="{846D6DDE-9EDA-4585-8E4E-86C4DADA51B0}" srcOrd="0" destOrd="0" presId="urn:microsoft.com/office/officeart/2005/8/layout/vList2"/>
    <dgm:cxn modelId="{3E2BE49A-D688-473B-91A2-9A371AC067C4}" srcId="{14D60C2A-87F4-46B2-8619-2A90BAA34034}" destId="{7B7312BE-81DF-4396-AE15-3F8CE6621700}" srcOrd="0" destOrd="0" parTransId="{B88A3F59-3447-457F-92CD-AEA8B1666FB7}" sibTransId="{0A255EE2-7874-4F22-8BF0-726CB77BF287}"/>
    <dgm:cxn modelId="{573281D5-EBCC-4E7E-A7A4-0F761B355BA3}" srcId="{14D60C2A-87F4-46B2-8619-2A90BAA34034}" destId="{2EBCB208-06F1-4822-A474-1ABE382149C3}" srcOrd="1" destOrd="0" parTransId="{F13BA335-268A-4E06-8997-D3C2EB952FA2}" sibTransId="{2047C781-2B0B-4B6F-A089-FF231C38D18E}"/>
    <dgm:cxn modelId="{62B18E84-8BCF-4831-96E5-4E5D3E5D9BDA}" type="presParOf" srcId="{846D6DDE-9EDA-4585-8E4E-86C4DADA51B0}" destId="{2C11A98F-7464-494A-A9F3-8AC0BB1207D2}" srcOrd="0" destOrd="0" presId="urn:microsoft.com/office/officeart/2005/8/layout/vList2"/>
    <dgm:cxn modelId="{5D1959B9-D196-4053-AAE6-9C688D88B90E}" type="presParOf" srcId="{846D6DDE-9EDA-4585-8E4E-86C4DADA51B0}" destId="{6D3676A6-5CFC-422D-8631-305AA03E95F7}" srcOrd="1" destOrd="0" presId="urn:microsoft.com/office/officeart/2005/8/layout/vList2"/>
    <dgm:cxn modelId="{29F0F20A-0D6B-4847-B711-7D49E6481889}" type="presParOf" srcId="{846D6DDE-9EDA-4585-8E4E-86C4DADA51B0}" destId="{A485F5B2-53D0-4FDE-95B6-6D172EA405F5}" srcOrd="2" destOrd="0" presId="urn:microsoft.com/office/officeart/2005/8/layout/vList2"/>
    <dgm:cxn modelId="{7EE94A61-578A-4E41-ACD1-42E29F1FBA5F}" type="presParOf" srcId="{846D6DDE-9EDA-4585-8E4E-86C4DADA51B0}" destId="{97F0FB60-BA86-48A2-82E5-43E1AA6B3E9F}" srcOrd="3" destOrd="0" presId="urn:microsoft.com/office/officeart/2005/8/layout/vList2"/>
    <dgm:cxn modelId="{AA59443F-4153-41A1-BA6F-7908A928B805}" type="presParOf" srcId="{846D6DDE-9EDA-4585-8E4E-86C4DADA51B0}" destId="{027ED8B0-FCD5-4BCF-9DED-0FD4CA6705A7}" srcOrd="4" destOrd="0" presId="urn:microsoft.com/office/officeart/2005/8/layout/vList2"/>
    <dgm:cxn modelId="{A51DB1F6-368F-4A75-8792-E061D9133CB0}" type="presParOf" srcId="{846D6DDE-9EDA-4585-8E4E-86C4DADA51B0}" destId="{85542992-38AE-4F38-89FD-35469C8330B3}" srcOrd="5" destOrd="0" presId="urn:microsoft.com/office/officeart/2005/8/layout/vList2"/>
    <dgm:cxn modelId="{6A3B5339-B5FD-4F7A-9271-CBB2BA1479C3}" type="presParOf" srcId="{846D6DDE-9EDA-4585-8E4E-86C4DADA51B0}" destId="{BE3B6CF5-B583-4161-90D9-8EA29ED11CDA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11A98F-7464-494A-A9F3-8AC0BB1207D2}">
      <dsp:nvSpPr>
        <dsp:cNvPr id="0" name=""/>
        <dsp:cNvSpPr/>
      </dsp:nvSpPr>
      <dsp:spPr>
        <a:xfrm>
          <a:off x="0" y="33439"/>
          <a:ext cx="6666833" cy="127764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200" kern="1200"/>
            <a:t>Gestionar el historial de cambios</a:t>
          </a:r>
          <a:endParaRPr lang="en-US" sz="3200" kern="1200"/>
        </a:p>
      </dsp:txBody>
      <dsp:txXfrm>
        <a:off x="62369" y="95808"/>
        <a:ext cx="6542095" cy="1152902"/>
      </dsp:txXfrm>
    </dsp:sp>
    <dsp:sp modelId="{A485F5B2-53D0-4FDE-95B6-6D172EA405F5}">
      <dsp:nvSpPr>
        <dsp:cNvPr id="0" name=""/>
        <dsp:cNvSpPr/>
      </dsp:nvSpPr>
      <dsp:spPr>
        <a:xfrm>
          <a:off x="0" y="1403239"/>
          <a:ext cx="6666833" cy="1277640"/>
        </a:xfrm>
        <a:prstGeom prst="roundRect">
          <a:avLst/>
        </a:prstGeom>
        <a:gradFill rotWithShape="0">
          <a:gsLst>
            <a:gs pos="0">
              <a:schemeClr val="accent5">
                <a:hueOff val="-4050717"/>
                <a:satOff val="-275"/>
                <a:lumOff val="65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4050717"/>
                <a:satOff val="-275"/>
                <a:lumOff val="65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4050717"/>
                <a:satOff val="-275"/>
                <a:lumOff val="65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200" kern="1200"/>
            <a:t>Realizar seguimiento de modificaciones</a:t>
          </a:r>
          <a:endParaRPr lang="en-US" sz="3200" kern="1200"/>
        </a:p>
      </dsp:txBody>
      <dsp:txXfrm>
        <a:off x="62369" y="1465608"/>
        <a:ext cx="6542095" cy="1152902"/>
      </dsp:txXfrm>
    </dsp:sp>
    <dsp:sp modelId="{027ED8B0-FCD5-4BCF-9DED-0FD4CA6705A7}">
      <dsp:nvSpPr>
        <dsp:cNvPr id="0" name=""/>
        <dsp:cNvSpPr/>
      </dsp:nvSpPr>
      <dsp:spPr>
        <a:xfrm>
          <a:off x="0" y="2773040"/>
          <a:ext cx="6666833" cy="1277640"/>
        </a:xfrm>
        <a:prstGeom prst="roundRect">
          <a:avLst/>
        </a:prstGeom>
        <a:gradFill rotWithShape="0">
          <a:gsLst>
            <a:gs pos="0">
              <a:schemeClr val="accent5">
                <a:hueOff val="-8101434"/>
                <a:satOff val="-551"/>
                <a:lumOff val="130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8101434"/>
                <a:satOff val="-551"/>
                <a:lumOff val="130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8101434"/>
                <a:satOff val="-551"/>
                <a:lumOff val="130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200" kern="1200"/>
            <a:t>Trabajo en paralelo a traves de ramas</a:t>
          </a:r>
          <a:endParaRPr lang="en-US" sz="3200" kern="1200"/>
        </a:p>
      </dsp:txBody>
      <dsp:txXfrm>
        <a:off x="62369" y="2835409"/>
        <a:ext cx="6542095" cy="1152902"/>
      </dsp:txXfrm>
    </dsp:sp>
    <dsp:sp modelId="{BE3B6CF5-B583-4161-90D9-8EA29ED11CDA}">
      <dsp:nvSpPr>
        <dsp:cNvPr id="0" name=""/>
        <dsp:cNvSpPr/>
      </dsp:nvSpPr>
      <dsp:spPr>
        <a:xfrm>
          <a:off x="0" y="4142840"/>
          <a:ext cx="6666833" cy="1277640"/>
        </a:xfrm>
        <a:prstGeom prst="round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200" kern="1200"/>
            <a:t>Fusionar el Código de manera organizada</a:t>
          </a:r>
          <a:endParaRPr lang="en-US" sz="3200" kern="1200"/>
        </a:p>
      </dsp:txBody>
      <dsp:txXfrm>
        <a:off x="62369" y="4205209"/>
        <a:ext cx="6542095" cy="115290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95BF3E-8067-4ABA-80B1-9DE9A69ED7D5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EBFAB8-B99A-451C-A030-1DFF2507FD0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50754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Sistema de control de  </a:t>
            </a:r>
            <a:r>
              <a:rPr lang="en-GB" dirty="0" err="1"/>
              <a:t>versiones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EBFAB8-B99A-451C-A030-1DFF2507FD0F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44890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40A04-0018-0D9B-A6A7-78A57DCE6D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B3E497-85C7-D62E-1430-7353625DA4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3677B1-3A47-8643-1FE1-3DD3D4A21B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9153E-DFAE-4099-BD13-ABFE515E58DB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1AF263-5D5C-E482-CDAF-48BDB6DC4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804919-4580-9D0D-263B-9BB25584E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FD774-F8E9-412E-A54C-89340C112C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80603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CB5B3-B966-E559-5BA6-8E36EBA79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70E6C0-2ECB-710D-1070-566BB60F2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61A055-71A8-E895-F5F6-55B8E4EC9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9153E-DFAE-4099-BD13-ABFE515E58DB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9E8F7C-2845-4294-A522-91790E5C68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FA4DBE-997A-8F12-D883-C12C31892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FD774-F8E9-412E-A54C-89340C112C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1556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49BFC-81AC-6977-E30F-AE158A490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656E41-8396-7299-E5E9-976D6F2A16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F65B30-6A95-1B1F-94C4-AC8DAD771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9153E-DFAE-4099-BD13-ABFE515E58DB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8ACC70-D6B7-F1D2-AC36-12D4693E0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CE395F-9B3E-9602-8F6F-E8C1DAC31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FD774-F8E9-412E-A54C-89340C112C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65970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B7F28-07A2-E359-38B7-4E513208B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1C20C-232E-9471-6344-608644D6DA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4A5D7F-3D47-D16F-DC7E-7DEFF3C5F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762C45-61D8-BD43-3C41-038E979EB4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9153E-DFAE-4099-BD13-ABFE515E58DB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6A70-291E-FBEA-5B0B-FF0AA7E20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BD3167-17BA-ED69-B943-6D39B08A6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FD774-F8E9-412E-A54C-89340C112C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02574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E890C-2904-41A5-445B-53FAB43575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0623AE-9BBF-4C82-10AD-40433FE1D4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013E5C-C6B3-B861-436C-0021002742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34A668-745A-4BB1-5A79-E0FE937E23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A4A325-689B-C6F5-2F10-0D1DC37228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8912FEC-8DCF-AD74-81E4-098BDD525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9153E-DFAE-4099-BD13-ABFE515E58DB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96EB10-D0F4-06CA-439C-3141AA7F3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8761D5C-672A-C4D9-D8F3-12A42BE3E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FD774-F8E9-412E-A54C-89340C112C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89584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6C4F0-A0DD-0F1D-276C-D0A1D1DB8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997563-CE8A-B04A-CCAD-E0FC41A77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9153E-DFAE-4099-BD13-ABFE515E58DB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E57AF-B943-0A7C-8CE2-9E5E84E6BE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866956-5567-5A61-71E8-1813585EE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FD774-F8E9-412E-A54C-89340C112C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6749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34716F-84DA-DF08-C641-955361504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9153E-DFAE-4099-BD13-ABFE515E58DB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E02591-143C-6945-8CF7-3041D5BE1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427ED4-8199-54B8-01D5-D8377AC13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FD774-F8E9-412E-A54C-89340C112C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65922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F43F8-DEA3-CE80-1766-B2BB053FB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82CE7-200D-D814-40EF-00615DD4F7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77F7C7-63F4-99E4-B695-07B802E13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E75E01-5C3D-E181-C5A4-BEBF686D7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9153E-DFAE-4099-BD13-ABFE515E58DB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E29CAE-B3A1-31D7-7ECC-76E12887B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9DE585-8402-9241-FAC5-81D42FFE8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FD774-F8E9-412E-A54C-89340C112C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9835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40D6B-7AF6-43DB-EDA8-2449CD27F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B6A40C-8922-627F-B186-E1647BF098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EC8E2D-9FE6-551D-4DBC-C38997FA71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1B292C-11C8-1FF3-48E2-2EE960C81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9153E-DFAE-4099-BD13-ABFE515E58DB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69D412-F562-94B0-46D5-7350B2FFE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44839E-AE8E-F977-2B86-28ADB8B3F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FD774-F8E9-412E-A54C-89340C112C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5778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12147-BEA0-A0A9-1589-6188C76CB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F4CC06-E930-132D-A9CA-B4FDB70510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68138A-B0DB-CF0A-E178-C997A6737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9153E-DFAE-4099-BD13-ABFE515E58DB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0797DF-EF78-D255-5585-A542FB219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C35A34-DC44-7FBD-6633-48C7A0C82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FD774-F8E9-412E-A54C-89340C112C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96169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BA15C0-5BF1-CFAB-2B4A-56B9183C20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6E95B6-F4E4-24A3-0E6E-00496CC471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79690B-934E-8690-9A0C-0A451B4D8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9153E-DFAE-4099-BD13-ABFE515E58DB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3E5D98-747F-2EC2-C489-9A2007871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DA002F-C91E-9D5A-142D-3289E68CE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FD774-F8E9-412E-A54C-89340C112C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1305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A5C145-2E92-8B23-1987-B2CCB4AE8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142BF0-24C3-D74A-FFF4-3B40A0002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7B2CBA-53BB-2BC9-732C-A9F2108DD0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49153E-DFAE-4099-BD13-ABFE515E58DB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EEFEE1-D939-CCF1-28D2-54F4ECAF46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686C2A-BC49-5064-DC63-298A8FADF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0FD774-F8E9-412E-A54C-89340C112C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7858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14616B-0829-EB5E-7592-E0032F9422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6865" y="818984"/>
            <a:ext cx="6596245" cy="3268520"/>
          </a:xfrm>
        </p:spPr>
        <p:txBody>
          <a:bodyPr>
            <a:normAutofit/>
          </a:bodyPr>
          <a:lstStyle/>
          <a:p>
            <a:pPr algn="r"/>
            <a:r>
              <a:rPr lang="en-GB" sz="4800">
                <a:solidFill>
                  <a:srgbClr val="FFFFFF"/>
                </a:solidFill>
              </a:rPr>
              <a:t>¿Que es Git?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614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153CE0F-368E-1AE0-BBB8-CD61CA82E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Creador de Git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CADC17-AD85-4AC2-0EB4-9C14BB8C40D0}"/>
              </a:ext>
            </a:extLst>
          </p:cNvPr>
          <p:cNvSpPr txBox="1"/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/>
              <a:t>Linus Torvalds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90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/>
              <a:t>Inició y mantiene el desarrllo del kernel Linux.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90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/>
              <a:t>Creo Git como motor de bajo nivel, para que otros pudieran escribir escribir su interfaz. Ex: Cogito o StGIT.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90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/>
              <a:t>Git se ha convertido en Sistema de control de funcionalidad plena.</a:t>
            </a:r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06C52ED-FB5C-2029-5D8C-B5A2B69EADB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339490" y="909081"/>
            <a:ext cx="3643484" cy="50717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96469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123543-2318-BAAB-E9C1-C87620890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/>
              <a:t>Ancestros de Git</a:t>
            </a:r>
          </a:p>
        </p:txBody>
      </p:sp>
      <p:pic>
        <p:nvPicPr>
          <p:cNvPr id="2052" name="Picture 4" descr="Overview | BitKeeper Documentation">
            <a:extLst>
              <a:ext uri="{FF2B5EF4-FFF2-40B4-BE49-F238E27FC236}">
                <a16:creationId xmlns:a16="http://schemas.microsoft.com/office/drawing/2014/main" id="{262A277F-B8F9-38FC-9DC2-45285F26E5ED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427904" y="320040"/>
            <a:ext cx="3398688" cy="3895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A0F86BDA-E7C2-0F26-999C-8586562F1390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743047" y="320040"/>
            <a:ext cx="4637314" cy="3895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9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onnsiteX0" fmla="*/ 0 w 3291840"/>
              <a:gd name="connsiteY0" fmla="*/ 0 h 18288"/>
              <a:gd name="connsiteX1" fmla="*/ 658368 w 3291840"/>
              <a:gd name="connsiteY1" fmla="*/ 0 h 18288"/>
              <a:gd name="connsiteX2" fmla="*/ 1283818 w 3291840"/>
              <a:gd name="connsiteY2" fmla="*/ 0 h 18288"/>
              <a:gd name="connsiteX3" fmla="*/ 1909267 w 3291840"/>
              <a:gd name="connsiteY3" fmla="*/ 0 h 18288"/>
              <a:gd name="connsiteX4" fmla="*/ 2633472 w 3291840"/>
              <a:gd name="connsiteY4" fmla="*/ 0 h 18288"/>
              <a:gd name="connsiteX5" fmla="*/ 3291840 w 3291840"/>
              <a:gd name="connsiteY5" fmla="*/ 0 h 18288"/>
              <a:gd name="connsiteX6" fmla="*/ 3291840 w 3291840"/>
              <a:gd name="connsiteY6" fmla="*/ 18288 h 18288"/>
              <a:gd name="connsiteX7" fmla="*/ 2633472 w 3291840"/>
              <a:gd name="connsiteY7" fmla="*/ 18288 h 18288"/>
              <a:gd name="connsiteX8" fmla="*/ 2073859 w 3291840"/>
              <a:gd name="connsiteY8" fmla="*/ 18288 h 18288"/>
              <a:gd name="connsiteX9" fmla="*/ 1448410 w 3291840"/>
              <a:gd name="connsiteY9" fmla="*/ 18288 h 18288"/>
              <a:gd name="connsiteX10" fmla="*/ 822960 w 3291840"/>
              <a:gd name="connsiteY10" fmla="*/ 18288 h 18288"/>
              <a:gd name="connsiteX11" fmla="*/ 0 w 3291840"/>
              <a:gd name="connsiteY11" fmla="*/ 18288 h 18288"/>
              <a:gd name="connsiteX12" fmla="*/ 0 w 329184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036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8" name="Rectangle 3087">
            <a:extLst>
              <a:ext uri="{FF2B5EF4-FFF2-40B4-BE49-F238E27FC236}">
                <a16:creationId xmlns:a16="http://schemas.microsoft.com/office/drawing/2014/main" id="{A4D94D20-0EF1-4E8B-A0E1-117A9E413A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92" name="Rectangle 3091">
            <a:extLst>
              <a:ext uri="{FF2B5EF4-FFF2-40B4-BE49-F238E27FC236}">
                <a16:creationId xmlns:a16="http://schemas.microsoft.com/office/drawing/2014/main" id="{158B3569-73B2-4D05-8E95-886A6EE17F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F6D45E-EFD6-900B-5E3B-65CF57CB8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98246"/>
            <a:ext cx="4412419" cy="3626217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6200">
                <a:solidFill>
                  <a:srgbClr val="FFFFFF"/>
                </a:solidFill>
              </a:rPr>
              <a:t>Plataformas de forja basadas en Git</a:t>
            </a:r>
          </a:p>
        </p:txBody>
      </p:sp>
      <p:cxnSp>
        <p:nvCxnSpPr>
          <p:cNvPr id="3087" name="Straight Connector 3086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47322" y="1589368"/>
            <a:ext cx="0" cy="5259754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74" name="Picture 2">
            <a:extLst>
              <a:ext uri="{FF2B5EF4-FFF2-40B4-BE49-F238E27FC236}">
                <a16:creationId xmlns:a16="http://schemas.microsoft.com/office/drawing/2014/main" id="{A2874773-D4AB-E696-CC38-C124C0C5859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986915" y="1873281"/>
            <a:ext cx="5569863" cy="1215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089" name="Group 3088">
            <a:extLst>
              <a:ext uri="{FF2B5EF4-FFF2-40B4-BE49-F238E27FC236}">
                <a16:creationId xmlns:a16="http://schemas.microsoft.com/office/drawing/2014/main" id="{78B3681E-1C1D-4D0E-A1DE-AE2E3D03C2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12034" y="1267063"/>
            <a:ext cx="368480" cy="519967"/>
            <a:chOff x="11512034" y="1267063"/>
            <a:chExt cx="368480" cy="519967"/>
          </a:xfrm>
          <a:solidFill>
            <a:srgbClr val="FFFFFF"/>
          </a:solidFill>
        </p:grpSpPr>
        <p:sp>
          <p:nvSpPr>
            <p:cNvPr id="3090" name="Graphic 17">
              <a:extLst>
                <a:ext uri="{FF2B5EF4-FFF2-40B4-BE49-F238E27FC236}">
                  <a16:creationId xmlns:a16="http://schemas.microsoft.com/office/drawing/2014/main" id="{B71758F4-3F46-45DA-8AC5-4E508DA080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512034" y="1267063"/>
              <a:ext cx="139037" cy="139039"/>
            </a:xfrm>
            <a:custGeom>
              <a:avLst/>
              <a:gdLst>
                <a:gd name="connsiteX0" fmla="*/ 129600 w 139037"/>
                <a:gd name="connsiteY0" fmla="*/ 60082 h 139039"/>
                <a:gd name="connsiteX1" fmla="*/ 78955 w 139037"/>
                <a:gd name="connsiteY1" fmla="*/ 60082 h 139039"/>
                <a:gd name="connsiteX2" fmla="*/ 78955 w 139037"/>
                <a:gd name="connsiteY2" fmla="*/ 9437 h 139039"/>
                <a:gd name="connsiteX3" fmla="*/ 69519 w 139037"/>
                <a:gd name="connsiteY3" fmla="*/ 0 h 139039"/>
                <a:gd name="connsiteX4" fmla="*/ 60082 w 139037"/>
                <a:gd name="connsiteY4" fmla="*/ 9437 h 139039"/>
                <a:gd name="connsiteX5" fmla="*/ 60082 w 139037"/>
                <a:gd name="connsiteY5" fmla="*/ 60082 h 139039"/>
                <a:gd name="connsiteX6" fmla="*/ 9437 w 139037"/>
                <a:gd name="connsiteY6" fmla="*/ 60082 h 139039"/>
                <a:gd name="connsiteX7" fmla="*/ 0 w 139037"/>
                <a:gd name="connsiteY7" fmla="*/ 69520 h 139039"/>
                <a:gd name="connsiteX8" fmla="*/ 9437 w 139037"/>
                <a:gd name="connsiteY8" fmla="*/ 78957 h 139039"/>
                <a:gd name="connsiteX9" fmla="*/ 60082 w 139037"/>
                <a:gd name="connsiteY9" fmla="*/ 78957 h 139039"/>
                <a:gd name="connsiteX10" fmla="*/ 60082 w 139037"/>
                <a:gd name="connsiteY10" fmla="*/ 129602 h 139039"/>
                <a:gd name="connsiteX11" fmla="*/ 69519 w 139037"/>
                <a:gd name="connsiteY11" fmla="*/ 139039 h 139039"/>
                <a:gd name="connsiteX12" fmla="*/ 78955 w 139037"/>
                <a:gd name="connsiteY12" fmla="*/ 129602 h 139039"/>
                <a:gd name="connsiteX13" fmla="*/ 78955 w 139037"/>
                <a:gd name="connsiteY13" fmla="*/ 78957 h 139039"/>
                <a:gd name="connsiteX14" fmla="*/ 129600 w 139037"/>
                <a:gd name="connsiteY14" fmla="*/ 78957 h 139039"/>
                <a:gd name="connsiteX15" fmla="*/ 139037 w 139037"/>
                <a:gd name="connsiteY15" fmla="*/ 69520 h 139039"/>
                <a:gd name="connsiteX16" fmla="*/ 129600 w 139037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7" h="139039">
                  <a:moveTo>
                    <a:pt x="129600" y="60082"/>
                  </a:moveTo>
                  <a:lnTo>
                    <a:pt x="78955" y="60082"/>
                  </a:lnTo>
                  <a:lnTo>
                    <a:pt x="78955" y="9437"/>
                  </a:lnTo>
                  <a:cubicBezTo>
                    <a:pt x="78955" y="4225"/>
                    <a:pt x="74730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7" y="139039"/>
                    <a:pt x="69519" y="139039"/>
                  </a:cubicBezTo>
                  <a:cubicBezTo>
                    <a:pt x="74730" y="139039"/>
                    <a:pt x="78955" y="134814"/>
                    <a:pt x="78955" y="129602"/>
                  </a:cubicBezTo>
                  <a:lnTo>
                    <a:pt x="78955" y="78957"/>
                  </a:lnTo>
                  <a:lnTo>
                    <a:pt x="129600" y="78957"/>
                  </a:lnTo>
                  <a:cubicBezTo>
                    <a:pt x="134812" y="78957"/>
                    <a:pt x="139037" y="74731"/>
                    <a:pt x="139037" y="69520"/>
                  </a:cubicBezTo>
                  <a:cubicBezTo>
                    <a:pt x="139037" y="64308"/>
                    <a:pt x="134812" y="60082"/>
                    <a:pt x="129600" y="60082"/>
                  </a:cubicBezTo>
                  <a:close/>
                </a:path>
              </a:pathLst>
            </a:custGeom>
            <a:grpFill/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3091" name="Graphic 21">
              <a:extLst>
                <a:ext uri="{FF2B5EF4-FFF2-40B4-BE49-F238E27FC236}">
                  <a16:creationId xmlns:a16="http://schemas.microsoft.com/office/drawing/2014/main" id="{8D61482F-F3C5-4D66-8C5D-C6BBE3E127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752801" y="1659316"/>
              <a:ext cx="127713" cy="127714"/>
            </a:xfrm>
            <a:custGeom>
              <a:avLst/>
              <a:gdLst>
                <a:gd name="connsiteX0" fmla="*/ 63857 w 127713"/>
                <a:gd name="connsiteY0" fmla="*/ 18874 h 127714"/>
                <a:gd name="connsiteX1" fmla="*/ 108839 w 127713"/>
                <a:gd name="connsiteY1" fmla="*/ 63857 h 127714"/>
                <a:gd name="connsiteX2" fmla="*/ 63857 w 127713"/>
                <a:gd name="connsiteY2" fmla="*/ 108840 h 127714"/>
                <a:gd name="connsiteX3" fmla="*/ 18874 w 127713"/>
                <a:gd name="connsiteY3" fmla="*/ 63857 h 127714"/>
                <a:gd name="connsiteX4" fmla="*/ 63857 w 127713"/>
                <a:gd name="connsiteY4" fmla="*/ 18874 h 127714"/>
                <a:gd name="connsiteX5" fmla="*/ 63857 w 127713"/>
                <a:gd name="connsiteY5" fmla="*/ 0 h 127714"/>
                <a:gd name="connsiteX6" fmla="*/ 0 w 127713"/>
                <a:gd name="connsiteY6" fmla="*/ 63857 h 127714"/>
                <a:gd name="connsiteX7" fmla="*/ 63857 w 127713"/>
                <a:gd name="connsiteY7" fmla="*/ 127714 h 127714"/>
                <a:gd name="connsiteX8" fmla="*/ 127713 w 127713"/>
                <a:gd name="connsiteY8" fmla="*/ 63857 h 127714"/>
                <a:gd name="connsiteX9" fmla="*/ 63857 w 127713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4">
                  <a:moveTo>
                    <a:pt x="63857" y="18874"/>
                  </a:moveTo>
                  <a:cubicBezTo>
                    <a:pt x="88700" y="18874"/>
                    <a:pt x="108839" y="39014"/>
                    <a:pt x="108839" y="63857"/>
                  </a:cubicBezTo>
                  <a:cubicBezTo>
                    <a:pt x="108839" y="88700"/>
                    <a:pt x="88700" y="108840"/>
                    <a:pt x="63857" y="108840"/>
                  </a:cubicBezTo>
                  <a:cubicBezTo>
                    <a:pt x="39013" y="108840"/>
                    <a:pt x="18874" y="88700"/>
                    <a:pt x="18874" y="63857"/>
                  </a:cubicBezTo>
                  <a:cubicBezTo>
                    <a:pt x="18898" y="39024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grpFill/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  <p:pic>
        <p:nvPicPr>
          <p:cNvPr id="3078" name="Picture 6">
            <a:extLst>
              <a:ext uri="{FF2B5EF4-FFF2-40B4-BE49-F238E27FC236}">
                <a16:creationId xmlns:a16="http://schemas.microsoft.com/office/drawing/2014/main" id="{07238DCE-2922-9BBA-C510-0ABC6957C8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986926" y="3317780"/>
            <a:ext cx="1484728" cy="1484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5B997AEC-FDB5-8DD4-C6E3-D7750BA84E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986926" y="5141474"/>
            <a:ext cx="5569864" cy="995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077135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061D8D-C7CD-B79C-8BAA-6D984ED5A5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GB" sz="4000">
                <a:solidFill>
                  <a:srgbClr val="FFFFFF"/>
                </a:solidFill>
              </a:rPr>
              <a:t>Usos de Git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848845E-BF19-320A-F84D-1BAE4C96FD8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16760740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170859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32DB6-7E9A-8360-A97A-7D3F9838A6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Comandos</a:t>
            </a:r>
            <a:r>
              <a:rPr lang="en-GB" dirty="0"/>
              <a:t> </a:t>
            </a:r>
            <a:r>
              <a:rPr lang="en-GB" dirty="0" err="1"/>
              <a:t>básicos</a:t>
            </a:r>
            <a:r>
              <a:rPr lang="en-GB" dirty="0"/>
              <a:t> de Git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B63F42-FD05-392F-4136-0C58A53D4D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5563"/>
          </a:xfrm>
        </p:spPr>
        <p:txBody>
          <a:bodyPr/>
          <a:lstStyle/>
          <a:p>
            <a:r>
              <a:rPr lang="en-GB" dirty="0"/>
              <a:t>Git Init</a:t>
            </a:r>
          </a:p>
          <a:p>
            <a:r>
              <a:rPr lang="en-GB" dirty="0" err="1"/>
              <a:t>Creamos</a:t>
            </a:r>
            <a:r>
              <a:rPr lang="en-GB" dirty="0"/>
              <a:t> </a:t>
            </a:r>
            <a:r>
              <a:rPr lang="en-GB" dirty="0" err="1"/>
              <a:t>el</a:t>
            </a:r>
            <a:r>
              <a:rPr lang="en-GB" dirty="0"/>
              <a:t> </a:t>
            </a:r>
            <a:r>
              <a:rPr lang="en-GB" dirty="0" err="1"/>
              <a:t>repositorio</a:t>
            </a:r>
            <a:r>
              <a:rPr lang="en-GB" dirty="0"/>
              <a:t> local</a:t>
            </a: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FBF3EE-491D-62AA-13E3-BD0AD09BCC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335" y="3151188"/>
            <a:ext cx="9707330" cy="2162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9442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46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352BBB9-69A8-405C-9209-A9FE217AE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2BA8247A-9874-4F57-82F4-AEB016E661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A30C3CE4-8479-4B6E-9C21-D7B0CD89EF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F7BCD297-22FC-4ECD-95DC-8581D5E6B1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061A25F1-8873-4D98-B8D5-169EA0AC92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CB7BCAD9-3EF1-4FCE-AFA0-BD2C545A73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36649524-3638-4334-8ED6-539D10DF4B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06A926A-7D1B-04DD-855F-F6E65B45E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84915"/>
            <a:ext cx="4651076" cy="1951075"/>
          </a:xfrm>
          <a:noFill/>
        </p:spPr>
        <p:txBody>
          <a:bodyPr anchor="t">
            <a:normAutofit/>
          </a:bodyPr>
          <a:lstStyle/>
          <a:p>
            <a:r>
              <a:rPr lang="en-GB" sz="4800">
                <a:solidFill>
                  <a:schemeClr val="bg1"/>
                </a:solidFill>
              </a:rPr>
              <a:t>Comandos básicos de Git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F8E0E9-88E6-680A-2C7E-F355682E24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080" y="684921"/>
            <a:ext cx="5674107" cy="1951087"/>
          </a:xfrm>
          <a:noFill/>
        </p:spPr>
        <p:txBody>
          <a:bodyPr anchor="t">
            <a:normAutofit/>
          </a:bodyPr>
          <a:lstStyle/>
          <a:p>
            <a:r>
              <a:rPr lang="en-GB" sz="1800">
                <a:solidFill>
                  <a:schemeClr val="bg1"/>
                </a:solidFill>
              </a:rPr>
              <a:t>Creamos tanto carpetas como archivos .txt dentro del repositorio</a:t>
            </a:r>
          </a:p>
          <a:p>
            <a:endParaRPr lang="en-GB" sz="1800">
              <a:solidFill>
                <a:schemeClr val="bg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7" name="Rectangle 66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Picture 4" descr="A screenshot of a computer">
            <a:extLst>
              <a:ext uri="{FF2B5EF4-FFF2-40B4-BE49-F238E27FC236}">
                <a16:creationId xmlns:a16="http://schemas.microsoft.com/office/drawing/2014/main" id="{4E5E1C38-5B6A-2B83-6C7B-31952772E0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438" b="-1"/>
          <a:stretch>
            <a:fillRect/>
          </a:stretch>
        </p:blipFill>
        <p:spPr>
          <a:xfrm>
            <a:off x="629638" y="2708781"/>
            <a:ext cx="10848063" cy="3496632"/>
          </a:xfrm>
          <a:prstGeom prst="rect">
            <a:avLst/>
          </a:prstGeom>
        </p:spPr>
      </p:pic>
      <p:grpSp>
        <p:nvGrpSpPr>
          <p:cNvPr id="75" name="Group 74">
            <a:extLst>
              <a:ext uri="{FF2B5EF4-FFF2-40B4-BE49-F238E27FC236}">
                <a16:creationId xmlns:a16="http://schemas.microsoft.com/office/drawing/2014/main" id="{AF19A774-30A5-488B-9BAF-629C644029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4192" y="2852760"/>
            <a:ext cx="304800" cy="429768"/>
            <a:chOff x="215328" y="-46937"/>
            <a:chExt cx="304800" cy="2773841"/>
          </a:xfrm>
        </p:grpSpPr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291EBF88-5B98-4258-A542-14C3AF2E52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8FBC2D58-9E3C-490D-BD7A-61EF07EA79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B6CF1BB4-1C1D-4EDE-BA26-0243FCF83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00C83729-E02F-4512-AFE7-F4792228BD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84602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4E65F23-789E-4CB9-B34F-46A85E25D6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1CA207F7-3B67-4EA2-8EC5-1260B55A07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D4CC450-51C3-4A41-B2B1-68A15D57C5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ED62506D-F8E8-4C55-B160-D4FE898504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E6004793-0083-43B9-81A2-20F71D2C7D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53D192AA-AFCB-470F-B66A-18815C3525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079B0CF-0B4C-42A9-9769-3AC0A34FA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E5AE9DF-4E3F-12A0-C86C-3A1111216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0936"/>
            <a:ext cx="5260992" cy="2096756"/>
          </a:xfrm>
          <a:noFill/>
        </p:spPr>
        <p:txBody>
          <a:bodyPr anchor="t">
            <a:normAutofit/>
          </a:bodyPr>
          <a:lstStyle/>
          <a:p>
            <a:r>
              <a:rPr lang="en-GB" sz="4800">
                <a:solidFill>
                  <a:schemeClr val="bg1"/>
                </a:solidFill>
              </a:rPr>
              <a:t>Comandos Básicos de Git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0B9920-40B9-D688-EDE3-BA50C032F1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6" y="630936"/>
            <a:ext cx="5064191" cy="2096769"/>
          </a:xfrm>
          <a:noFill/>
        </p:spPr>
        <p:txBody>
          <a:bodyPr anchor="t">
            <a:normAutofit/>
          </a:bodyPr>
          <a:lstStyle/>
          <a:p>
            <a:r>
              <a:rPr lang="en-GB" sz="1800">
                <a:solidFill>
                  <a:schemeClr val="bg1"/>
                </a:solidFill>
              </a:rPr>
              <a:t>Git Status</a:t>
            </a:r>
          </a:p>
          <a:p>
            <a:r>
              <a:rPr lang="en-GB" sz="1800">
                <a:solidFill>
                  <a:schemeClr val="bg1"/>
                </a:solidFill>
              </a:rPr>
              <a:t>Comprobamos el estado del repositorio</a:t>
            </a:r>
          </a:p>
          <a:p>
            <a:endParaRPr lang="en-GB" sz="1800">
              <a:solidFill>
                <a:schemeClr val="bg1"/>
              </a:solidFill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5" name="Rectangle 54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Picture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2547A500-C95D-4807-77A8-9A65F4F1BE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4693" y="2885910"/>
            <a:ext cx="9396396" cy="3265248"/>
          </a:xfrm>
          <a:prstGeom prst="rect">
            <a:avLst/>
          </a:prstGeom>
        </p:spPr>
      </p:pic>
      <p:grpSp>
        <p:nvGrpSpPr>
          <p:cNvPr id="57" name="Group 56">
            <a:extLst>
              <a:ext uri="{FF2B5EF4-FFF2-40B4-BE49-F238E27FC236}">
                <a16:creationId xmlns:a16="http://schemas.microsoft.com/office/drawing/2014/main" id="{4043ADFC-DC2E-40D2-954D-4A13B908DA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5716" y="3029889"/>
            <a:ext cx="304800" cy="429768"/>
            <a:chOff x="215328" y="-46937"/>
            <a:chExt cx="304800" cy="2773841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C975E7D3-10F5-4E53-902F-9E79C98C22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BDC51AAB-5A3B-4730-B8AC-46C96AC0B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3A6F2D9-1476-4E35-988D-D4CCB15C8D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CE17F678-D5C6-49BF-933D-1E65F69B32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620776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39944-F2C0-9F91-FB96-5443E9009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Comandos</a:t>
            </a:r>
            <a:r>
              <a:rPr lang="en-GB" dirty="0"/>
              <a:t> </a:t>
            </a:r>
            <a:r>
              <a:rPr lang="en-GB" dirty="0" err="1"/>
              <a:t>Básicos</a:t>
            </a:r>
            <a:r>
              <a:rPr lang="en-GB" dirty="0"/>
              <a:t> de Git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78C999-2969-67FE-71FD-BC6BE0FF6F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Git add</a:t>
            </a:r>
          </a:p>
          <a:p>
            <a:r>
              <a:rPr lang="en-GB" dirty="0" err="1"/>
              <a:t>Añade</a:t>
            </a:r>
            <a:r>
              <a:rPr lang="en-GB" dirty="0"/>
              <a:t> </a:t>
            </a:r>
            <a:r>
              <a:rPr lang="en-GB" dirty="0" err="1"/>
              <a:t>los</a:t>
            </a:r>
            <a:r>
              <a:rPr lang="en-GB" dirty="0"/>
              <a:t> </a:t>
            </a:r>
            <a:r>
              <a:rPr lang="en-GB" dirty="0" err="1"/>
              <a:t>cambios</a:t>
            </a:r>
            <a:r>
              <a:rPr lang="en-GB" dirty="0"/>
              <a:t> a </a:t>
            </a:r>
            <a:r>
              <a:rPr lang="en-GB" dirty="0" err="1"/>
              <a:t>el</a:t>
            </a:r>
            <a:r>
              <a:rPr lang="en-GB" dirty="0"/>
              <a:t> </a:t>
            </a:r>
            <a:r>
              <a:rPr lang="en-GB" dirty="0" err="1"/>
              <a:t>estado</a:t>
            </a:r>
            <a:r>
              <a:rPr lang="en-GB" dirty="0"/>
              <a:t> de </a:t>
            </a:r>
            <a:r>
              <a:rPr lang="en-GB" dirty="0" err="1"/>
              <a:t>espera</a:t>
            </a:r>
            <a:endParaRPr lang="en-GB" dirty="0"/>
          </a:p>
          <a:p>
            <a:endParaRPr lang="en-GB" dirty="0"/>
          </a:p>
        </p:txBody>
      </p:sp>
      <p:pic>
        <p:nvPicPr>
          <p:cNvPr id="7" name="Picture 6" descr="A black background with white letters&#10;&#10;AI-generated content may be incorrect.">
            <a:extLst>
              <a:ext uri="{FF2B5EF4-FFF2-40B4-BE49-F238E27FC236}">
                <a16:creationId xmlns:a16="http://schemas.microsoft.com/office/drawing/2014/main" id="{238C7471-7EF9-73A2-2891-C3B8F6739B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1478" y="3830320"/>
            <a:ext cx="6583210" cy="1361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2436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4E65F23-789E-4CB9-B34F-46A85E25D6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CA207F7-3B67-4EA2-8EC5-1260B55A07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D4CC450-51C3-4A41-B2B1-68A15D57C5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ED62506D-F8E8-4C55-B160-D4FE898504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6004793-0083-43B9-81A2-20F71D2C7D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3D192AA-AFCB-470F-B66A-18815C3525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079B0CF-0B4C-42A9-9769-3AC0A34FA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4C7FBB5-0862-2829-14CB-67C182C36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0936"/>
            <a:ext cx="5260992" cy="2096756"/>
          </a:xfrm>
          <a:noFill/>
        </p:spPr>
        <p:txBody>
          <a:bodyPr anchor="t">
            <a:normAutofit/>
          </a:bodyPr>
          <a:lstStyle/>
          <a:p>
            <a:r>
              <a:rPr lang="en-GB" sz="4800">
                <a:solidFill>
                  <a:schemeClr val="bg1"/>
                </a:solidFill>
              </a:rPr>
              <a:t>Comandos Básicos de Git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CF7F1-B8C3-4C0F-31BB-D90445C679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6" y="630936"/>
            <a:ext cx="5064191" cy="2096769"/>
          </a:xfrm>
          <a:noFill/>
        </p:spPr>
        <p:txBody>
          <a:bodyPr anchor="t">
            <a:normAutofit/>
          </a:bodyPr>
          <a:lstStyle/>
          <a:p>
            <a:r>
              <a:rPr lang="en-GB" sz="1800">
                <a:solidFill>
                  <a:schemeClr val="bg1"/>
                </a:solidFill>
              </a:rPr>
              <a:t>Git Commit</a:t>
            </a:r>
          </a:p>
          <a:p>
            <a:r>
              <a:rPr lang="en-GB" sz="1800">
                <a:solidFill>
                  <a:schemeClr val="bg1"/>
                </a:solidFill>
              </a:rPr>
              <a:t>Se suben los cambios que estaban en estado de espera al repositorio local</a:t>
            </a:r>
          </a:p>
          <a:p>
            <a:endParaRPr lang="en-GB" sz="1800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Picture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31A95A82-AB54-2606-A02D-AD63F2064C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359" y="3651089"/>
            <a:ext cx="10843065" cy="1734890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4043ADFC-DC2E-40D2-954D-4A13B908DA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5716" y="3029889"/>
            <a:ext cx="304800" cy="429768"/>
            <a:chOff x="215328" y="-46937"/>
            <a:chExt cx="304800" cy="2773841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C975E7D3-10F5-4E53-902F-9E79C98C22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BDC51AAB-5A3B-4730-B8AC-46C96AC0B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3A6F2D9-1476-4E35-988D-D4CCB15C8D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CE17F678-D5C6-49BF-933D-1E65F69B32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869492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36F9873-642F-4EB5-9636-7DE2F9F95D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CF8B8011-BF73-4693-BD76-BCF02A8420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07329488-C25D-4C7C-814F-CEBFD5E7C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768D62A5-CA80-455B-8BF4-09BA31DC35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B320F636-F7FE-493A-AF45-D9E22016E1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3CFAE76A-3CE9-4AC3-9975-186C6B3EEA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1D2D7409-1AC7-4A0F-B79D-1664128FB4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1" name="Rectangle 50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4AF599-41AD-1584-203E-146768B5B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630936"/>
            <a:ext cx="5330275" cy="1951075"/>
          </a:xfrm>
          <a:noFill/>
        </p:spPr>
        <p:txBody>
          <a:bodyPr anchor="t">
            <a:normAutofit/>
          </a:bodyPr>
          <a:lstStyle/>
          <a:p>
            <a:r>
              <a:rPr lang="en-GB" sz="4800">
                <a:solidFill>
                  <a:schemeClr val="bg1"/>
                </a:solidFill>
              </a:rPr>
              <a:t>Comandos Básicos de Git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3CC446-DFBC-79B2-58BD-BDBB420D6C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7718" y="630936"/>
            <a:ext cx="4992469" cy="1951087"/>
          </a:xfrm>
          <a:noFill/>
        </p:spPr>
        <p:txBody>
          <a:bodyPr anchor="t">
            <a:normAutofit/>
          </a:bodyPr>
          <a:lstStyle/>
          <a:p>
            <a:r>
              <a:rPr lang="en-GB" sz="1700">
                <a:solidFill>
                  <a:schemeClr val="bg1"/>
                </a:solidFill>
              </a:rPr>
              <a:t>Git Diff</a:t>
            </a:r>
          </a:p>
          <a:p>
            <a:r>
              <a:rPr lang="en-GB" sz="1700">
                <a:solidFill>
                  <a:schemeClr val="bg1"/>
                </a:solidFill>
              </a:rPr>
              <a:t>Muestra las diferencias en los archivos subidos al repositorio y los locales.</a:t>
            </a:r>
          </a:p>
          <a:p>
            <a:r>
              <a:rPr lang="en-GB" sz="1700">
                <a:solidFill>
                  <a:schemeClr val="bg1"/>
                </a:solidFill>
              </a:rPr>
              <a:t>Hacemos edit de .txt</a:t>
            </a:r>
          </a:p>
          <a:p>
            <a:r>
              <a:rPr lang="en-GB" sz="1700">
                <a:solidFill>
                  <a:schemeClr val="bg1"/>
                </a:solidFill>
              </a:rPr>
              <a:t>Y luego usamos el commando para ver los cambios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Picture 4" descr="A close up of a text&#10;&#10;AI-generated content may be incorrect.">
            <a:extLst>
              <a:ext uri="{FF2B5EF4-FFF2-40B4-BE49-F238E27FC236}">
                <a16:creationId xmlns:a16="http://schemas.microsoft.com/office/drawing/2014/main" id="{D4D87FFB-0FDC-A497-AC7B-D85FE114DA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313" y="2756877"/>
            <a:ext cx="5330898" cy="1646844"/>
          </a:xfrm>
          <a:prstGeom prst="rect">
            <a:avLst/>
          </a:prstGeom>
        </p:spPr>
      </p:pic>
      <p:grpSp>
        <p:nvGrpSpPr>
          <p:cNvPr id="67" name="Group 66">
            <a:extLst>
              <a:ext uri="{FF2B5EF4-FFF2-40B4-BE49-F238E27FC236}">
                <a16:creationId xmlns:a16="http://schemas.microsoft.com/office/drawing/2014/main" id="{AF19A774-30A5-488B-9BAF-629C644029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4193" y="2900856"/>
            <a:ext cx="304800" cy="429768"/>
            <a:chOff x="215328" y="-46937"/>
            <a:chExt cx="304800" cy="2773841"/>
          </a:xfrm>
        </p:grpSpPr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291EBF88-5B98-4258-A542-14C3AF2E52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8FBC2D58-9E3C-490D-BD7A-61EF07EA79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B6CF1BB4-1C1D-4EDE-BA26-0243FCF83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0C83729-E02F-4512-AFE7-F4792228BD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" name="Picture 6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AF5D75F2-10C2-DC4E-E48F-88E04982AF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9111" y="2756877"/>
            <a:ext cx="5330898" cy="1478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78249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4E65F23-789E-4CB9-B34F-46A85E25D6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CA207F7-3B67-4EA2-8EC5-1260B55A07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D4CC450-51C3-4A41-B2B1-68A15D57C5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ED62506D-F8E8-4C55-B160-D4FE898504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6004793-0083-43B9-81A2-20F71D2C7D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3D192AA-AFCB-470F-B66A-18815C3525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079B0CF-0B4C-42A9-9769-3AC0A34FA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06179B0-3450-8747-AE02-4E1725CFCA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0936"/>
            <a:ext cx="5260992" cy="2096756"/>
          </a:xfrm>
          <a:noFill/>
        </p:spPr>
        <p:txBody>
          <a:bodyPr anchor="t">
            <a:normAutofit/>
          </a:bodyPr>
          <a:lstStyle/>
          <a:p>
            <a:r>
              <a:rPr lang="en-GB" sz="4800">
                <a:solidFill>
                  <a:schemeClr val="bg1"/>
                </a:solidFill>
              </a:rPr>
              <a:t>Comandos Básicos de Git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24C82-8F43-5815-0BC9-009A0E4508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6" y="630936"/>
            <a:ext cx="5064191" cy="2096769"/>
          </a:xfrm>
          <a:noFill/>
        </p:spPr>
        <p:txBody>
          <a:bodyPr anchor="t">
            <a:normAutofit/>
          </a:bodyPr>
          <a:lstStyle/>
          <a:p>
            <a:r>
              <a:rPr lang="en-GB" sz="1800">
                <a:solidFill>
                  <a:schemeClr val="bg1"/>
                </a:solidFill>
              </a:rPr>
              <a:t>Git Log</a:t>
            </a:r>
          </a:p>
          <a:p>
            <a:r>
              <a:rPr lang="en-GB" sz="1800">
                <a:solidFill>
                  <a:schemeClr val="bg1"/>
                </a:solidFill>
              </a:rPr>
              <a:t>Muestran las diferentes versions subidas al repositorio local</a:t>
            </a:r>
          </a:p>
          <a:p>
            <a:endParaRPr lang="en-GB" sz="1800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Picture 4" descr="A computer screen with white and yellow text&#10;&#10;AI-generated content may be incorrect.">
            <a:extLst>
              <a:ext uri="{FF2B5EF4-FFF2-40B4-BE49-F238E27FC236}">
                <a16:creationId xmlns:a16="http://schemas.microsoft.com/office/drawing/2014/main" id="{FDACF0FB-F1C8-9A3E-04F6-60017C7C59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251" y="2885910"/>
            <a:ext cx="9329281" cy="3265248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4043ADFC-DC2E-40D2-954D-4A13B908DA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5716" y="3029889"/>
            <a:ext cx="304800" cy="429768"/>
            <a:chOff x="215328" y="-46937"/>
            <a:chExt cx="304800" cy="2773841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C975E7D3-10F5-4E53-902F-9E79C98C22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BDC51AAB-5A3B-4730-B8AC-46C96AC0B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3A6F2D9-1476-4E35-988D-D4CCB15C8D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CE17F678-D5C6-49BF-933D-1E65F69B32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892953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112AC23-F046-4DC5-9B92-07CA6CC7C5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75AAFE7-143D-45AC-B616-09521E0F55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BA5DB72-E109-4D37-B6DD-C328D53970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C34EE77-74D1-42B4-801B-40B35A68C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2152B4E-1BCF-43D1-814C-F560CEB522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95486774-B7FC-480F-9AAF-9F55F4C436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8FA6A4C-BA1F-4EF8-B3BD-F28CB66DE6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4BF89DB3-EA73-4FD0-AACB-5FE32C1499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BAB203A-25C6-422F-9DB6-C69F0EE9F6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574730A1-7A3A-4ACF-965D-A6DCEC7DBE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EB2D1A1F-B200-4444-AE01-EFC97AF7B5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4" y="1042604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0E4CB9D-2256-4786-8DDF-ADFBF3533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80841E3-DFCC-429A-B907-8B06EDB1E9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54698A1-0C53-4620-97E1-B4689288CF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DBDFF7F-BD40-4085-952D-F6EC5908D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F29CA06-4FE5-44A6-8D40-A9C36449CE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68E6F37-AE05-46BF-A77F-5505926E92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D6F5ECB-975C-4A38-BD48-A3C2B38E9E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8BF36011-C922-4FD6-B09D-781A87054B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1FD3DC2-6A33-4C9E-B0F5-5D6209717F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0E4F800E-82BC-4AEF-9F07-7F95C8B8C3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64B75DE-E649-8AED-309E-9633EBFC9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0936"/>
            <a:ext cx="4989918" cy="5478640"/>
          </a:xfrm>
          <a:noFill/>
        </p:spPr>
        <p:txBody>
          <a:bodyPr anchor="ctr">
            <a:normAutofit/>
          </a:bodyPr>
          <a:lstStyle/>
          <a:p>
            <a:r>
              <a:rPr lang="en-GB" sz="4800">
                <a:solidFill>
                  <a:schemeClr val="bg1"/>
                </a:solidFill>
              </a:rPr>
              <a:t>Control de versiones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8D9C5DD-B8B3-46A0-8FBC-EE462F96C4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801066" y="497785"/>
            <a:ext cx="5678424" cy="5674840"/>
          </a:xfrm>
          <a:prstGeom prst="rect">
            <a:avLst/>
          </a:prstGeom>
          <a:gradFill flip="none" rotWithShape="1">
            <a:gsLst>
              <a:gs pos="0">
                <a:schemeClr val="tx1">
                  <a:alpha val="20000"/>
                </a:schemeClr>
              </a:gs>
              <a:gs pos="100000">
                <a:schemeClr val="tx1"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275F52-C389-BE3C-DED2-A963139830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41946" y="630936"/>
            <a:ext cx="4982273" cy="5478672"/>
          </a:xfrm>
          <a:noFill/>
        </p:spPr>
        <p:txBody>
          <a:bodyPr anchor="ctr">
            <a:normAutofit/>
          </a:bodyPr>
          <a:lstStyle/>
          <a:p>
            <a:r>
              <a:rPr lang="en-GB" sz="1800">
                <a:solidFill>
                  <a:schemeClr val="bg1"/>
                </a:solidFill>
              </a:rPr>
              <a:t>Tenemos dos comandos principals para cambiar versiones</a:t>
            </a:r>
          </a:p>
          <a:p>
            <a:pPr lvl="1"/>
            <a:r>
              <a:rPr lang="en-GB" sz="1800">
                <a:solidFill>
                  <a:schemeClr val="bg1"/>
                </a:solidFill>
              </a:rPr>
              <a:t>Git checkout</a:t>
            </a:r>
          </a:p>
          <a:p>
            <a:pPr lvl="1"/>
            <a:r>
              <a:rPr lang="en-GB" sz="1800">
                <a:solidFill>
                  <a:schemeClr val="bg1"/>
                </a:solidFill>
              </a:rPr>
              <a:t>Git reset</a:t>
            </a:r>
          </a:p>
        </p:txBody>
      </p:sp>
    </p:spTree>
    <p:extLst>
      <p:ext uri="{BB962C8B-B14F-4D97-AF65-F5344CB8AC3E}">
        <p14:creationId xmlns:p14="http://schemas.microsoft.com/office/powerpoint/2010/main" val="39017418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4E65F23-789E-4CB9-B34F-46A85E25D6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CA207F7-3B67-4EA2-8EC5-1260B55A07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D4CC450-51C3-4A41-B2B1-68A15D57C5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ED62506D-F8E8-4C55-B160-D4FE898504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6004793-0083-43B9-81A2-20F71D2C7D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3D192AA-AFCB-470F-B66A-18815C3525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079B0CF-0B4C-42A9-9769-3AC0A34FA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9A5C796-10D2-1994-F7D5-1EB3398EF9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0936"/>
            <a:ext cx="5260992" cy="2096756"/>
          </a:xfrm>
          <a:noFill/>
        </p:spPr>
        <p:txBody>
          <a:bodyPr anchor="t">
            <a:normAutofit/>
          </a:bodyPr>
          <a:lstStyle/>
          <a:p>
            <a:r>
              <a:rPr lang="en-GB" sz="4800">
                <a:solidFill>
                  <a:schemeClr val="bg1"/>
                </a:solidFill>
              </a:rPr>
              <a:t>Control de versiones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0650CE-B28A-212A-212C-9AED5C0AA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6" y="630936"/>
            <a:ext cx="5064191" cy="2096769"/>
          </a:xfrm>
          <a:noFill/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GB" sz="1800">
                <a:solidFill>
                  <a:schemeClr val="bg1"/>
                </a:solidFill>
              </a:rPr>
              <a:t>Git checkout [Tag de la version]</a:t>
            </a:r>
          </a:p>
          <a:p>
            <a:r>
              <a:rPr lang="en-GB" sz="1800">
                <a:solidFill>
                  <a:schemeClr val="bg1"/>
                </a:solidFill>
              </a:rPr>
              <a:t>Mueve el puntero de las versions hacia la version especificada</a:t>
            </a:r>
          </a:p>
          <a:p>
            <a:pPr marL="0" indent="0">
              <a:buNone/>
            </a:pPr>
            <a:r>
              <a:rPr lang="en-GB" sz="1800">
                <a:solidFill>
                  <a:schemeClr val="bg1"/>
                </a:solidFill>
              </a:rPr>
              <a:t>Git reset –hard HEAD-X</a:t>
            </a:r>
          </a:p>
          <a:p>
            <a:r>
              <a:rPr lang="en-GB" sz="1800">
                <a:solidFill>
                  <a:schemeClr val="bg1"/>
                </a:solidFill>
              </a:rPr>
              <a:t>Descarta el numero X de versiones desde el puntero actual hacia atrás</a:t>
            </a:r>
          </a:p>
          <a:p>
            <a:endParaRPr lang="en-GB" sz="1800">
              <a:solidFill>
                <a:schemeClr val="bg1"/>
              </a:solidFill>
            </a:endParaRPr>
          </a:p>
          <a:p>
            <a:pPr marL="457200" lvl="1" indent="0">
              <a:buNone/>
            </a:pPr>
            <a:endParaRPr lang="en-GB" sz="1800">
              <a:solidFill>
                <a:schemeClr val="bg1"/>
              </a:solidFill>
            </a:endParaRPr>
          </a:p>
          <a:p>
            <a:pPr lvl="1"/>
            <a:endParaRPr lang="en-GB" sz="1800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8320A01D-E2AC-D8C7-B857-201681C550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1236" y="2885910"/>
            <a:ext cx="6563311" cy="3265248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4043ADFC-DC2E-40D2-954D-4A13B908DA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5716" y="3029889"/>
            <a:ext cx="304800" cy="429768"/>
            <a:chOff x="215328" y="-46937"/>
            <a:chExt cx="304800" cy="2773841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C975E7D3-10F5-4E53-902F-9E79C98C22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BDC51AAB-5A3B-4730-B8AC-46C96AC0B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3A6F2D9-1476-4E35-988D-D4CCB15C8D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CE17F678-D5C6-49BF-933D-1E65F69B32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830593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4" name="Rectangle 393">
            <a:extLst>
              <a:ext uri="{FF2B5EF4-FFF2-40B4-BE49-F238E27FC236}">
                <a16:creationId xmlns:a16="http://schemas.microsoft.com/office/drawing/2014/main" id="{D278ADA9-6383-4BDD-80D2-8899A40268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6" name="Rectangle 395">
            <a:extLst>
              <a:ext uri="{FF2B5EF4-FFF2-40B4-BE49-F238E27FC236}">
                <a16:creationId xmlns:a16="http://schemas.microsoft.com/office/drawing/2014/main" id="{484B7147-B0F6-40ED-B5A2-FF72BC8198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97" name="Rectangle 396">
            <a:extLst>
              <a:ext uri="{FF2B5EF4-FFF2-40B4-BE49-F238E27FC236}">
                <a16:creationId xmlns:a16="http://schemas.microsoft.com/office/drawing/2014/main" id="{B36D2DE0-0628-4A9A-A59D-7BA8B5EB3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8" name="Oval 397">
            <a:extLst>
              <a:ext uri="{FF2B5EF4-FFF2-40B4-BE49-F238E27FC236}">
                <a16:creationId xmlns:a16="http://schemas.microsoft.com/office/drawing/2014/main" id="{48E405C9-94BE-41DA-928C-DEC9A8550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15929" y="148929"/>
            <a:ext cx="6560142" cy="656014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770380-8E27-1729-8299-201ED843BD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5031" y="1380754"/>
            <a:ext cx="5561938" cy="251351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Kahoot</a:t>
            </a:r>
          </a:p>
        </p:txBody>
      </p:sp>
      <p:sp>
        <p:nvSpPr>
          <p:cNvPr id="393" name="Arc 392">
            <a:extLst>
              <a:ext uri="{FF2B5EF4-FFF2-40B4-BE49-F238E27FC236}">
                <a16:creationId xmlns:a16="http://schemas.microsoft.com/office/drawing/2014/main" id="{D2091A72-D5BB-42AC-8FD3-F7747D9086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9222429" flipV="1">
            <a:off x="2494119" y="6170"/>
            <a:ext cx="6816262" cy="6816262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>
                <a:alpha val="9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5" name="Oval 394">
            <a:extLst>
              <a:ext uri="{FF2B5EF4-FFF2-40B4-BE49-F238E27FC236}">
                <a16:creationId xmlns:a16="http://schemas.microsoft.com/office/drawing/2014/main" id="{6ED12BFC-A737-46AF-8411-481112D54B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00995" y="5310973"/>
            <a:ext cx="705948" cy="686798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2492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57</TotalTime>
  <Words>263</Words>
  <Application>Microsoft Office PowerPoint</Application>
  <PresentationFormat>Widescreen</PresentationFormat>
  <Paragraphs>51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¿Que es Git?</vt:lpstr>
      <vt:lpstr>Creador de Git</vt:lpstr>
      <vt:lpstr>Ancestros de Git</vt:lpstr>
      <vt:lpstr>Plataformas de forja basadas en Git</vt:lpstr>
      <vt:lpstr>Usos de Git</vt:lpstr>
      <vt:lpstr>Comandos básicos de Git</vt:lpstr>
      <vt:lpstr>Comandos básicos de Git</vt:lpstr>
      <vt:lpstr>Comandos Básicos de Git</vt:lpstr>
      <vt:lpstr>Comandos Básicos de Git</vt:lpstr>
      <vt:lpstr>Comandos Básicos de Git</vt:lpstr>
      <vt:lpstr>Comandos Básicos de Git</vt:lpstr>
      <vt:lpstr>Comandos Básicos de Git</vt:lpstr>
      <vt:lpstr>Control de versiones</vt:lpstr>
      <vt:lpstr>Control de versiones</vt:lpstr>
      <vt:lpstr> Kahoot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Víctor Velasco Álvarez</dc:creator>
  <cp:lastModifiedBy>Víctor Velasco Álvarez</cp:lastModifiedBy>
  <cp:revision>5</cp:revision>
  <dcterms:created xsi:type="dcterms:W3CDTF">2025-10-23T16:07:15Z</dcterms:created>
  <dcterms:modified xsi:type="dcterms:W3CDTF">2025-10-27T16:21:41Z</dcterms:modified>
</cp:coreProperties>
</file>